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c0407f2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c0407f2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5f16a4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5f16a4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f5f16a46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f5f16a4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c3e68e7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c3e68e7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5f16a46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f5f16a46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5f16a466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5f16a466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275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02400" y="2297550"/>
            <a:ext cx="6322800" cy="11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80"/>
              <a:t>Multi-Campus University Management System</a:t>
            </a:r>
            <a:endParaRPr sz="32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921625" y="3423325"/>
            <a:ext cx="3490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42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</a:t>
            </a:r>
            <a:br>
              <a:rPr lang="en-GB" sz="142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42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Ishita Nakhawa</a:t>
            </a:r>
            <a:br>
              <a:rPr lang="en-GB" sz="212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5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Roll No.: 150096725213</a:t>
            </a:r>
            <a:endParaRPr sz="2127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038" y="755625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42755"/>
                </a:solidFill>
              </a:rPr>
              <a:t>INDEX</a:t>
            </a:r>
            <a:endParaRPr>
              <a:solidFill>
                <a:srgbClr val="A42755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9F5"/>
              </a:solidFill>
              <a:highlight>
                <a:srgbClr val="14141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Working (Method/Mind map)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Conclusion.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35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Challenge: Managing multiple university campuses centrally is complex when each location maintains separate or manual records.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GB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Manual Data Entry: Time-consuming processes with a high risk of error and duplication across campuses.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GB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Fragmented Records: Difficulty tracking student data across different regions without a unified view.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GB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Unified Reporting: Lack of centralized reporting for total fees, student counts, and campus analytics.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 Create a centralized, digital ERP-style system to streamline multi-campus operations.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Concept: A menu-driven console application developed in C++ that acts as a central hub for all campus data.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Core Features (CRUD):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Create: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Add new student profiles with unique IDs.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Read: 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 all records or filter by specific campus/name.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Update/Delete: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Modify or remove records dynamically.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Persistence: Uses File Handling (</a:t>
            </a:r>
            <a:r>
              <a:rPr lang="en-GB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fstream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to save data to </a:t>
            </a:r>
            <a:r>
              <a:rPr lang="en-GB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students.txt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ensuring information isn't lost when the program closes.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Medium"/>
                <a:ea typeface="Montserrat Medium"/>
                <a:cs typeface="Montserrat Medium"/>
                <a:sym typeface="Montserrat Medium"/>
              </a:rPr>
              <a:t>Working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Multi-Campus University Management System follows a structured and efficient process flow. On startup, the program automatically loads all existing student records from </a:t>
            </a:r>
            <a:r>
              <a:rPr lang="en-GB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students.txt</a:t>
            </a:r>
            <a:r>
              <a:rPr lang="en-GB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into memory using </a:t>
            </a:r>
            <a:r>
              <a:rPr lang="en-GB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loadFromFile()</a:t>
            </a:r>
            <a:r>
              <a:rPr lang="en-GB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The user is then presented with a main menu where they can choose from operations such as Add, View, Search, Update, Delete, or Generate a Report. Every input is validated to prevent crashes from invalid entries. Searching is performed using a linear scan through the student vector via the </a:t>
            </a:r>
            <a:r>
              <a:rPr lang="en-GB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.find()</a:t>
            </a:r>
            <a:r>
              <a:rPr lang="en-GB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method. After every change — whether adding, updating, or deleting a record — the system immediately writes the updated data back to disk using </a:t>
            </a:r>
            <a:r>
              <a:rPr lang="en-GB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saveToFile()</a:t>
            </a:r>
            <a:r>
              <a:rPr lang="en-GB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ensuring no data is ever lost.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 title="Screenshot 2026-03-14 at 5.55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359300"/>
            <a:ext cx="4520701" cy="44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Success: Successfully demonstrated a centralized approach to multi-campus management.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Technical Takeaways: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Efficiently utilized C++ STL </a:t>
            </a:r>
            <a:r>
              <a:rPr lang="en-GB" sz="1300">
                <a:latin typeface="Montserrat"/>
                <a:ea typeface="Montserrat"/>
                <a:cs typeface="Montserrat"/>
                <a:sym typeface="Montserrat"/>
              </a:rPr>
              <a:t>(vectors,</a:t>
            </a: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300">
                <a:latin typeface="Montserrat"/>
                <a:ea typeface="Montserrat"/>
                <a:cs typeface="Montserrat"/>
                <a:sym typeface="Montserrat"/>
              </a:rPr>
              <a:t>maps).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Implemented robust file handling for permanent storage.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Impact: Reduces manual effort and provides instant access to university-wide data through an ERP-like interface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275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13" y="533100"/>
            <a:ext cx="8520600" cy="4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                                            </a:t>
            </a:r>
            <a:r>
              <a:rPr lang="en-GB">
                <a:solidFill>
                  <a:schemeClr val="dk1"/>
                </a:solidFill>
              </a:rPr>
              <a:t>  </a:t>
            </a:r>
            <a:r>
              <a:rPr lang="en-GB" sz="2400">
                <a:solidFill>
                  <a:schemeClr val="dk1"/>
                </a:solidFill>
              </a:rPr>
              <a:t>  </a:t>
            </a:r>
            <a:r>
              <a:rPr lang="en-GB" sz="3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</a:t>
            </a:r>
            <a:r>
              <a:rPr lang="en-GB" sz="3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you.</a:t>
            </a:r>
            <a:endParaRPr sz="3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5" name="Google Shape;95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25" y="137160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